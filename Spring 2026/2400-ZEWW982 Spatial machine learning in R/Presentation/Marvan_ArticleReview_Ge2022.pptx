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REVIEW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Modelling Armed Conflict Risk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Climate Change with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and Time-Series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Ge, Q., Hao, M., Ding, F., Jiang, D., Scheffran, J., Helman, D. &amp; Ide, 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Communications, 13, 2839 (2022)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251960"/>
            <a:ext cx="2286000" cy="2743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343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Ondřej Marvan  |  Spatial Machine Learning in R  |  25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the Paper Ask?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0058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climate variability (temperature &amp; precipitation deviations) predict the risk of armed conflict globally, using spatial machine learning on grid-cell data?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25603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91,000+ conflict events globally (2000–2015), 654,000 deaths. Understanding drivers is essential for early warning.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3774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2377440"/>
            <a:ext cx="25603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debate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9260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Climate–conflict link is controversial. Some studies find strong effects, others find none. This paper uses ML to capture non-linear patterns.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377440"/>
            <a:ext cx="25603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9260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prior work uses linear models or country-level data. This paper works at a fine spatial grid (0.5° × 0.5°) with Random Forest.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Spatial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840480" cy="347472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Unit: PRIO-GRID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0.5° × 0.5° grid cells covering the globe (~55 km at equator)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as our course: spatial data on regular grids (Session 2 — grids, rasters, polygons)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MAUP issues of admin boundaries (Session 2 — scale vs zone effects)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period: 2000–2015 (annual)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(Y)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9476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UCDP-GED events → binary incidence / onset per grid-year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3776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7249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 TS — monthly temperature &amp; precipitation → annual deviations from long-term means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Socio-economic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35021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capita, population, ethnic fractionalization, democracy index (V-Dem)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42793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ruggedness, distance to border, land area, latitude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Random Forest + Spatial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97280" y="109728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920240" cy="283464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83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1371600" cy="2743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603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covariates grouped into background context (stable) and climate deviations (dynamic)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06040" y="1691640"/>
            <a:ext cx="1920240" cy="283464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1783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80360" y="2468880"/>
            <a:ext cx="1371600" cy="2743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25603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RF predicting binary conflict incidence / onset per grid-cell-year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109728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54880" y="1691640"/>
            <a:ext cx="1920240" cy="283464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783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2468880"/>
            <a:ext cx="1371600" cy="2743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5603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(%IncMSE) — same as in Class 5: which features drive predictions?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43800" y="109728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903720" y="1691640"/>
            <a:ext cx="1920240" cy="283464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95160" y="1783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78040" y="2468880"/>
            <a:ext cx="1371600" cy="2743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25603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effect of each climate variable — non-linear patterns (Class 5: partialPlot)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Connection to Our Course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4864" cy="7772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05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 — Spatial Data Integration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49040" y="10058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integrates grid data (PRIO-GRID), point data (UCDP conflict events), raster data (CRU climate), and polygon data (country boundaries) into a unified grid framework — the exact workflow from Session 2.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4864" cy="7772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659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 — Spatial Weight Matrices &amp; Spatial Lags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19659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conflict (spatial lag of Y) is one of the strongest predictors. The paper uses spatial diffusion features — how conflict in nearby cells affects the focal cell — directly implementing Wy from Session 3.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54864" cy="7772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26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5 — Random Forest with Spatial 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926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method is RF with spatial features as predictors (distance to border, terrain, latitude). Variable importance (%IncMSE) and partial dependence plots are used exactly as in Class 5.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4864" cy="7772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862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 — DEGURBA / Urbanisation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38862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density and urbanisation levels feature as key background context variables — paralleling DEGURBA's role as a spatial feature in our models.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46304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~90%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conflict risk explained by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background context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097280"/>
            <a:ext cx="2651760" cy="146304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3–20%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3756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risk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deviations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651760" cy="146304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 0.8+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out-of-sample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performance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7863840" cy="201168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9260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Conflict Risk?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29184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conflict history is the #1 predictor — strong spatial autocorrelation (Session 3: Wy spatial lag)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context (GDP, population, ethnic diversity, terrain) explains most of the variance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temperature deviations → increased conflict risk (non-linear, captured by RF partial plots)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extremes (both droughts and floods) → elevated risk, consistent with resource scarcity theory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3474720"/>
          </a:xfrm>
          <a:prstGeom prst="rect">
            <a:avLst/>
          </a:prstGeom>
          <a:solidFill>
            <a:srgbClr val="E8F8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coverage at fine spatial resolution (0.5° grid) — avoids country-level aggregation bias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captures non-linear and interaction effects that linear models miss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covariates with rigorous variable importance analysis (connects to Class 5 methodology)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 Nature Communications — high methodological standard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749040" cy="3474720"/>
          </a:xfrm>
          <a:prstGeom prst="rect">
            <a:avLst/>
          </a:prstGeom>
          <a:solidFill>
            <a:srgbClr val="FDEDE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spatial weight matrix W in the model — spatial lag is a feature, not part of the algorithm (cf. Spatial RF from Class 5)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Y (conflict yes/no) — loses intensity information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causation: RF identifies patterns but does not prove causal mechanisms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Geographically Weighted RF — assumes global relationships (Class 7: GW-RF could improve local prediction)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 for Discussion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solidFill>
            <a:srgbClr val="25354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54864" cy="8229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autocorrelation dominates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10972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yesterday in a neighbouring cell is the strongest predictor of conflict today. This is exactly the motivation behind spatial weight matrices (Session 3) — "what happens around me matters."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solidFill>
            <a:srgbClr val="253546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11680"/>
            <a:ext cx="54864" cy="8229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57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works well for spatial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20574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with spatial features achieves strong predictive power (AUC &gt; 0.8). As we saw in Class 5, including spatial variables (distances, densities) boosts model performance substantially.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7863840" cy="822960"/>
          </a:xfrm>
          <a:prstGeom prst="rect">
            <a:avLst/>
          </a:prstGeom>
          <a:solidFill>
            <a:srgbClr val="253546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971800"/>
            <a:ext cx="54864" cy="8229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is a risk multiplier, not a root cause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30175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and precipitation deviations add 3–20% to conflict risk on top of existing socio-economic vulnerabilities — not a direct trigger.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25354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931920"/>
            <a:ext cx="54864" cy="8229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77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for improvement with course methods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39776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extension would be Geographically Weighted RF (Class 7) to capture local variation in climate–conflict relationships across regions.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8C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 welcome!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Article Review - Ge et al. (2022)</dc:title>
  <dc:subject>PptxGenJS Presentation</dc:subject>
  <dc:creator>Ondřej Marvan</dc:creator>
  <cp:lastModifiedBy>Ondřej Marvan</cp:lastModifiedBy>
  <cp:revision>1</cp:revision>
  <dcterms:created xsi:type="dcterms:W3CDTF">2026-03-24T21:51:39Z</dcterms:created>
  <dcterms:modified xsi:type="dcterms:W3CDTF">2026-03-24T21:51:39Z</dcterms:modified>
</cp:coreProperties>
</file>