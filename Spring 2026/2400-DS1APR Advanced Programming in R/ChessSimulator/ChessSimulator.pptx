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ChessSimulator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40080" y="23317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 classes · Rcpp engine · Shiny dashboard · own package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926080"/>
            <a:ext cx="36576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389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Ondřej Marvan · 477001 · Advanced Programming in R · WNE UW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chess games and tournaments between configurable AI players.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606040" cy="23774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or Minimax AI.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Depth-configurable C++ search.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828800"/>
            <a:ext cx="2606040" cy="23774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19659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429000" y="2606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29000" y="30632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generation,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checkmate / stalemate 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50-move rule detection.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828800"/>
            <a:ext cx="2606040" cy="23774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9659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217920" y="2606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17920" y="30632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 pairings.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with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W/D/L scoring.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techniques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project ⇒ 4 techniques required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11480" cy="4114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53619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 (R6)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8288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· Piece · Board · Player · Game · Tournament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Inheritance: Player ← RandomPlayer / MinimaxPlayer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fields, method chaining, polymorphism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411480" cy="4114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331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231343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Rcpp / C++ integration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6060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evaluation with piece-square tables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Minimax search with alpha-beta pruning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~50× faster than equivalent 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411480" cy="4114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309067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Shiny dashboard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3832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tab · Tournament tab · About tab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reactiveVal, observeEvent, reactiveTimer, isolate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board rendering with Unicode chess symbols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411480" cy="4114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38679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R package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41605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roxygen2 docs · NAMESPACE · DESCRIPTION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LinkingTo Rcpp · @useDynLib registration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testthat unit tests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R6: inheritance and polymorphism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calls player$choose_move() uniformly. Each child decides its strategy.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365760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399032"/>
            <a:ext cx="80101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Base — abstract method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1653032"/>
            <a:ext cx="80101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 &lt;- R6Class("Player", public = list(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907032"/>
            <a:ext cx="80101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choose_move = function(board, moves) stop("Abstract")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" y="2161032"/>
            <a:ext cx="80101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2415032"/>
            <a:ext cx="80101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669032"/>
            <a:ext cx="80101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Child 1 — random strategy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923032"/>
            <a:ext cx="80101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RandomPlayer &lt;- R6Class("RandomPlayer", inherit = Player,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3177032"/>
            <a:ext cx="80101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= list(choose_move = function(board, moves)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" y="3431032"/>
            <a:ext cx="80101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moves[[ sample(length(moves), 1) ]]))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3685032"/>
            <a:ext cx="80101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6928" y="3939032"/>
            <a:ext cx="80101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Child 2 — calls the C++ engine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" y="4193032"/>
            <a:ext cx="80101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MinimaxPlayer &lt;- R6Class("MinimaxPlayer", inherit = Player,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" y="4447032"/>
            <a:ext cx="80101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= list(choose_move = function(board, moves)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" y="4701032"/>
            <a:ext cx="80101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chess_minimax(board$encode_for_engine(), +1L, self$depth)))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Rcpp: minimax with alpha-beta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millions of times in deep search — must be C++.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444752"/>
            <a:ext cx="801014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[[Rcpp::export]]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724152"/>
            <a:ext cx="801014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chess_evaluate(NumericMatrix board) {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2003552"/>
            <a:ext cx="801014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double score = 0.0;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2282952"/>
            <a:ext cx="801014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(int r = 0; r &lt; 8; r++) for (int c = 0; c &lt; 8; c++) {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2562352"/>
            <a:ext cx="801014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cell = (int) board(r, c);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2841752"/>
            <a:ext cx="801014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(cell == 0) continue;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3121152"/>
            <a:ext cx="801014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is_white = (cell &gt; 0);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3400552"/>
            <a:ext cx="801014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 piece    = std::abs(cell);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3679952"/>
            <a:ext cx="801014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v = piece * 100.0 + pst_bonus(piece, r, c, is_white);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3959352"/>
            <a:ext cx="801014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 += is_white ? v : -v;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" y="4238752"/>
            <a:ext cx="801014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" y="4518152"/>
            <a:ext cx="801014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score;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" y="4797552"/>
            <a:ext cx="801014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Shiny: reactive game state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 mutability + reactiveVal = clean game loop in the UI.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01752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353312"/>
            <a:ext cx="80101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game_rv &lt;- reactiveVal(NULL)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1607312"/>
            <a:ext cx="80101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861312"/>
            <a:ext cx="80101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observeEvent(input$btn_next_move, {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" y="2115312"/>
            <a:ext cx="80101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game &lt;- game_rv()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2369312"/>
            <a:ext cx="80101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game$play_one_turn()      # R6 mutates the object in place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623312"/>
            <a:ext cx="80101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game_rv(game)             # re-trigger reactivity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877312"/>
            <a:ext cx="80101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3131312"/>
            <a:ext cx="80101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" y="3385312"/>
            <a:ext cx="80101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output$board_ui &lt;- renderUI({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3639312"/>
            <a:ext cx="80101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board_mat &lt;- game_rv()$get_board()$to_matrix()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6928" y="3893312"/>
            <a:ext cx="80101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... render 8x8 HTML table with Unicode pieces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" y="4147312"/>
            <a:ext cx="80101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389120"/>
            <a:ext cx="8229600" cy="5943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3891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 Live demo: launch_dashboard()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&amp; how to run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structure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1089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490472"/>
            <a:ext cx="371246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ChessSimulator/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1744472"/>
            <a:ext cx="371246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DESCRIPTION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998472"/>
            <a:ext cx="371246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NAMESPACE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" y="2252472"/>
            <a:ext cx="371246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R/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2506472"/>
            <a:ext cx="371246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chess_R6_classes.R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760472"/>
            <a:ext cx="371246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chess_game.R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3014472"/>
            <a:ext cx="371246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wrappers.R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3268472"/>
            <a:ext cx="371246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src/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" y="3522472"/>
            <a:ext cx="371246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chess_engine.cpp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3776472"/>
            <a:ext cx="371246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inst/shiny/app.R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6928" y="4030472"/>
            <a:ext cx="371246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tests/testthat/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1417320"/>
            <a:ext cx="3931920" cy="31089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64608" y="1490472"/>
            <a:ext cx="371246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library(ChessSimulator)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64608" y="1744472"/>
            <a:ext cx="371246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64608" y="1998472"/>
            <a:ext cx="371246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quick game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64608" y="2252472"/>
            <a:ext cx="371246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 &lt;- play_game(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64608" y="2506472"/>
            <a:ext cx="371246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make_player("minimax", "D", "white", 3),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64608" y="2760472"/>
            <a:ext cx="371246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make_player("random",  "R", "black")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64608" y="3014472"/>
            <a:ext cx="371246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64608" y="3268472"/>
            <a:ext cx="371246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g$get_status()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64608" y="3522472"/>
            <a:ext cx="371246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64608" y="3776472"/>
            <a:ext cx="371246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tournament + dashboard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64608" y="4030472"/>
            <a:ext cx="371246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run_tournament(players)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64608" y="4284472"/>
            <a:ext cx="371246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launch_dashboard()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640080" y="2697480"/>
            <a:ext cx="36576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9260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Ondřej Marvan · 477001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ChessSimulator</dc:title>
  <dc:subject>PptxGenJS Presentation</dc:subject>
  <dc:creator>Ondrej Marvan</dc:creator>
  <cp:lastModifiedBy>Ondrej Marvan</cp:lastModifiedBy>
  <cp:revision>1</cp:revision>
  <dcterms:created xsi:type="dcterms:W3CDTF">2026-05-21T07:18:39Z</dcterms:created>
  <dcterms:modified xsi:type="dcterms:W3CDTF">2026-05-21T07:18:39Z</dcterms:modified>
</cp:coreProperties>
</file>