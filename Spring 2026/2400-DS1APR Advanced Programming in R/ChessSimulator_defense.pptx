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ChessSimulator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chess simulation engine in R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365760" cy="3657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 OOP  ·  Rcpp / C++  ·  Shiny  ·  R package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Ondřej Marvan · 477001 · Advanced Programming in R · WNE UW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dataset analysis — a reusable simulation engine.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compare decision-making strategies when the outcome depends on an opponent?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45720" cy="6858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as a testbed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observable, deterministic rules, unambiguous outcome. A strategy either wins or it does not.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45720" cy="6858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8803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 are pluggable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object implementing choose_move() can enter. Adding a new AI needs no change to the game loop.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45720" cy="6858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749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40233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tournaments turn 'is this strategy better?' into a leaderboard.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 owns one thing. That separation is what makes the AI pluggable.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13258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755648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+ rank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1-64 index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1371600"/>
            <a:ext cx="1463040" cy="13258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463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21992" y="1755648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colour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code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0" y="1371600"/>
            <a:ext cx="1463040" cy="13258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463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13632" y="1755648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pieces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generation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detection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/ unmake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32120" y="1371600"/>
            <a:ext cx="1463040" cy="13258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463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05272" y="1755648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order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conditions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log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3760" y="1371600"/>
            <a:ext cx="1463040" cy="13258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1463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96912" y="1755648"/>
            <a:ext cx="13167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 (abstract)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291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one method — choose_move(board, legal_moves)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2468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85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RandomPlayer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3959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legal move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3611880"/>
            <a:ext cx="2468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685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GreedyPlayer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37560" y="3959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ply, pure 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3611880"/>
            <a:ext cx="2468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685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MinimaxPlayer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17920" y="3959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alpha-beta, C++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never asks which kind of player it has.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R6: inheritance and polymorphism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method name, three strategies. Adding a fourth changes nothing else.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370332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298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Base class — the interface, deliberately unimplemented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552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 &lt;- R6Class("Player", public = list(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806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choose_move = function(board, moves) stop("Abstract")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060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314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568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Child 1 — random baseline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822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RandomPlayer &lt;- R6Class("RandomPlayer", inherit = Player,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3076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= list(choose_move = function(board, moves)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3330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moves[[ sample.int(length(moves), 1L) ]]))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3584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838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Child 2 — delegates the hard part to C++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4092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MinimaxPlayer &lt;- R6Class("MinimaxPlayer", inherit = Player,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" y="4346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= list(choose_move = function(board, moves)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4600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chess_minimax(board$encode_for_engine(), +1L, self$depth)))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R6: mutability earns its place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Legal-move filtering plays and retracts thousands of moves. Copying the board would be wasteful.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31546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298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legal_moves = function(colour) {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552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legal &lt;- list()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806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(mv in self$pseudo_moves(colour)) {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060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314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 &lt;- self$apply_move(mv$from, mv$to, log = FALSE)  # play 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568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ok  &lt;- !self$is_in_check(colour)                     # look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822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self$undo_move(rec)                                  # retract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3076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3330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(ok) legal &lt;- c(legal, list(mv))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3584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838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legal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4092448"/>
            <a:ext cx="80101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undo record stores the captured piece, the pre-promotion type and the has-moved flag, so the position is restored exactly. With S3 or S4 every trial move would mean a new object.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Rcpp: the search, in C++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3 evaluates tens of thousands of positions per move. This is the hot loop.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36118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298448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search(int b[64], int depth, int alpha, int beta,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527048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bool white_to_move, int ply) {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755648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std::vector&lt;Move&gt; moves;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6928" y="1984248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gen_legal(b, white_to_move, moves);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212848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2441448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(moves.empty()) {                    // game ends here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8" y="2670048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(in_check(b, white_to_move))       // mate: prefer it sooner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2898648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white_to_move ? -(MATE_SCORE - ply)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" y="3127248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:  (MATE_SCORE - ply);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3355848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                             // stalemate = draw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6928" y="3584448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3813048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(depth &lt;= 0) return evaluate(b);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4041648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order_moves(b, moves);                  // MVV-LVA first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" y="4270248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 alpha-beta loop: if (beta &lt;= alpha) break;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" y="4498848"/>
            <a:ext cx="8010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the move generator is correct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perft counts leaf nodes in the game tree. The values are published and unforgiving.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54480" y="1371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26080" y="13716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4023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556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17556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17556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9080" y="175564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139696"/>
            <a:ext cx="40233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396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21396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21396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69080" y="213969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523744"/>
            <a:ext cx="4023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5237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25237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8,902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252374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8,902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69080" y="252374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907792"/>
            <a:ext cx="40233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9077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4480" y="29077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197,281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26080" y="29077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197,281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69080" y="290779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169164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illegal move generated, or one legal move missed, and these counts break immediately.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difference between an engine that looks like it works and one that is demonstrably right.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check runs from R as chess_perft() and inside the test suite.</a:t>
            </a:r>
            <a:endParaRPr lang="en-US" sz="1150" dirty="0"/>
          </a:p>
        </p:txBody>
      </p:sp>
      <p:pic>
        <p:nvPicPr>
          <p:cNvPr id="29" name="Image 0" descr="img/perf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401568"/>
            <a:ext cx="278892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 first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working version played legal-looking moves and still lost to random. Three real bugs.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601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447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Knight and bishop shared one code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7007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encoded as 3, so the generator emitted knight jumps and bishop slides for either piece.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Unique code per type: P 1, N 2, B 3, R 4, Q 5, K 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9601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420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check filtering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27980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pseudo-legal moves. Kings were left under attack, captured, and games ended as "stalemate".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0906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Legal moves = play, test the king, retract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8229600" cy="96012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3931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move ordering or mate score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38953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 pruned almost nothing and the search had no notion of winning.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18795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MVV-LVA ordering + mate scores that prefer faster mates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perft was the tool that found the first two — the counts were wrong before anything else looked wrong.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tests. Two of them found bugs I had not noticed.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74520" y="1371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generator against published counts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938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vs C++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74520" y="19385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generators must return the identical move set at every position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505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/ unmake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250545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must be byte-identical after retracting a move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0723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Fool's mate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30723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4-ply mate must be detected as mate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6393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strength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74520" y="36393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must actually beat random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bugs the suite caught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0" y="17373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to_matrix() wrote rank-1 pieces into the row labelled 8 — the board displayed vertically mirrored, in the console and in Shiny.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is_light_square() was inverted, so a1 rendered light when it should be dark.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were invisible while only reading the code.</a:t>
            </a:r>
            <a:endParaRPr lang="en-US" sz="1050" dirty="0"/>
          </a:p>
        </p:txBody>
      </p:sp>
      <p:pic>
        <p:nvPicPr>
          <p:cNvPr id="16" name="Image 0" descr="img/tes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3611880"/>
            <a:ext cx="365760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 mutability and Shiny reactivity meet in three lines.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6916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44168"/>
            <a:ext cx="38039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observeEvent(input$btn_next_move, {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598168"/>
            <a:ext cx="38039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 &lt;- game_rv()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852168"/>
            <a:ext cx="38039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106168"/>
            <a:ext cx="38039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game$play_one_turn()   # R6 mutates in place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360168"/>
            <a:ext cx="38039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game_rv(game)          # write back -&gt; redraw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614168"/>
            <a:ext cx="380390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object is mutated, not replaced. Shiny tracks assignment into the reactiveVal, not the internal state of an object — so the write-back is what redraws the board.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069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used: reactiveTimer for auto-play, isolate to read inputs without subscribing, withProgress for tournaments.</a:t>
            </a:r>
            <a:endParaRPr lang="en-US" sz="1050" dirty="0"/>
          </a:p>
        </p:txBody>
      </p:sp>
      <p:pic>
        <p:nvPicPr>
          <p:cNvPr id="13" name="Image 0" descr="img/shiny_pla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1280160"/>
            <a:ext cx="4023360" cy="27249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search actually help?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robin, every pairing both colours. 11 of 12 games ended in checkmate.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3533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011680" y="13533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560320" y="13533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08960" y="13533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0" y="13533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4023360" cy="384048"/>
          </a:xfrm>
          <a:prstGeom prst="rect">
            <a:avLst/>
          </a:prstGeom>
          <a:solidFill>
            <a:srgbClr val="FEF2F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37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Mini_d3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1737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1737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08960" y="17373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17373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121408"/>
            <a:ext cx="40233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1214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Mini_d2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11680" y="21214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60320" y="21214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08960" y="212140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21214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505456"/>
            <a:ext cx="4023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50545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Greedy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11680" y="25054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0" y="25054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08960" y="25054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0" y="25054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889504"/>
            <a:ext cx="4023360" cy="38404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28895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011680" y="28895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560320" y="28895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108960" y="28895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0" y="28895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ladder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754880" y="173736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loses to everything.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takes material one ply ahead and beats Random, but never asks what the reply will be.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2 beats Greedy. Depth 3 beats depth 2 head to head and finishes undefeated.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search wins — which is the claim the whole engine exists to support.</a:t>
            </a:r>
            <a:endParaRPr lang="en-US" sz="1100" dirty="0"/>
          </a:p>
        </p:txBody>
      </p:sp>
      <p:pic>
        <p:nvPicPr>
          <p:cNvPr id="35" name="Image 0" descr="img/leader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611880"/>
            <a:ext cx="4023360" cy="1234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Installable, documented, tested.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206240" cy="31546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44168"/>
            <a:ext cx="398678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ChessSimulator/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585468"/>
            <a:ext cx="398678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DESCRIPTION      LinkingTo: Rcpp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66928" y="1826768"/>
            <a:ext cx="398678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NAMESPACE        useDynLib + importFrom(Rcpp, evalCpp)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2068068"/>
            <a:ext cx="398678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R/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2309368"/>
            <a:ext cx="398678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chess_R6_classes.R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2550668"/>
            <a:ext cx="398678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chess_game.R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2791968"/>
            <a:ext cx="398678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wrappers.R   make_player, play_game, ...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3033268"/>
            <a:ext cx="398678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3274568"/>
            <a:ext cx="398678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chess_core.h     pure C++, no Rcpp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" y="3515868"/>
            <a:ext cx="398678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chess_engine.cpp thin Rcpp bindings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66928" y="3757168"/>
            <a:ext cx="398678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inst/shiny/app.R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3998468"/>
            <a:ext cx="398678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tests/testthat/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split the C++ in two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37760" y="164592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chess_core.h contains no Rcpp at all, so the chess logic compiles and runs under a plain g++ — the perft check does not need R.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chess_engine.cpp only converts an 8x8 matrix to a flat array and back.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that can be tested without the binding layer is logic you can trust.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3566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packaging note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37760" y="38404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suite passed while the dashboard crashed: package code resolves names through its own namespace, script code does not. An argument for packaging.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what comes next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engine does not do, stated plainly.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" cy="8686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173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implemented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" y="170992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Castling, en passant, under-promotion. Pawns always promote to a queen. Threefold repetition is not detected; the fifty-move rule and insufficient material are.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45720" cy="8686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4688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depth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276148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depth with no quiescence search, so the engine can misjudge a position in the middle of a capture sequence.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45720" cy="8686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5204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381304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Quiescence search, a transposition table, and iterative deepening — each one is a measurable improvement the leaderboard could verify.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change the architecture: a stronger search is still just another choose_move().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40080" y="2514600"/>
            <a:ext cx="365760" cy="3657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310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perft 1-4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8328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 pass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383280" y="3310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0" y="2880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undefeated at depth 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126480" y="33101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Ondřej Marvan · 477001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ChessSimulator</dc:title>
  <dc:subject>PptxGenJS Presentation</dc:subject>
  <dc:creator>Ondrej Marvan</dc:creator>
  <cp:lastModifiedBy>Ondrej Marvan</cp:lastModifiedBy>
  <cp:revision>1</cp:revision>
  <dcterms:created xsi:type="dcterms:W3CDTF">2026-09-07T19:57:49Z</dcterms:created>
  <dcterms:modified xsi:type="dcterms:W3CDTF">2026-09-07T19:57:49Z</dcterms:modified>
</cp:coreProperties>
</file>